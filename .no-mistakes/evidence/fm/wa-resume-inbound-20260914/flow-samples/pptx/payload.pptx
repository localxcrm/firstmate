
<file path=[Content_Types].xml><?xml version="1.0" encoding="utf-8"?>
<Types/>
</file>

<file path=ppt/presentation.xml><?xml version="1.0" encoding="utf-8"?>
<p:presentation xmlns:p="http://schemas.openxmlformats.org/presentationml/2006/main" xmlns:r="http://schemas.openxmlformats.org/officeDocument/2006/relationships">
  <p:sldIdLst>
    <p:sldId id="266" r:id="rId10"/>
    <p:sldId id="258" r:id="rId2"/>
    <p:sldId id="257" r:id="rId1"/>
  </p:sldIdLst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10" Type="http://schemas.openxmlformats.org/officeDocument/2006/relationships/slide" Target="slides/slide10.xml"/></Relationships>
</file>

<file path=ppt/slides/slide1.xml><?xml version="1.0" encoding="utf-8"?>
<slide>
  <p>
    <t>Slide 1</t>
  </p>
</slide>
</file>

<file path=ppt/slides/slide2.xml><?xml version="1.0" encoding="utf-8"?>
<slide>
  <p>
    <t>Slide 2</t>
  </p>
</slide>
</file>

<file path=ppt/slides/slide10.xml><?xml version="1.0" encoding="utf-8"?>
<slide>
  <p>
    <t>Slide 10</t>
  </p>
</slide>
</file>